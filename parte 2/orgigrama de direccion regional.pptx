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60" d="100"/>
          <a:sy n="60" d="100"/>
        </p:scale>
        <p:origin x="1032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 smtClean="0"/>
              <a:t>Haga clic para editar el estilo de subtítulo del patrón</a:t>
            </a:r>
            <a:endParaRPr lang="es-ES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E0ECBA-A511-48CE-B26D-B1E0E092E386}" type="datetimeFigureOut">
              <a:rPr lang="es-ES" smtClean="0"/>
              <a:t>06/05/2026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BB4A53-54EE-4232-907B-75F897811DE8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734356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E0ECBA-A511-48CE-B26D-B1E0E092E386}" type="datetimeFigureOut">
              <a:rPr lang="es-ES" smtClean="0"/>
              <a:t>06/05/2026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BB4A53-54EE-4232-907B-75F897811DE8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672018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E0ECBA-A511-48CE-B26D-B1E0E092E386}" type="datetimeFigureOut">
              <a:rPr lang="es-ES" smtClean="0"/>
              <a:t>06/05/2026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BB4A53-54EE-4232-907B-75F897811DE8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9422016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E0ECBA-A511-48CE-B26D-B1E0E092E386}" type="datetimeFigureOut">
              <a:rPr lang="es-ES" smtClean="0"/>
              <a:t>06/05/2026</a:t>
            </a:fld>
            <a:endParaRPr lang="es-E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BB4A53-54EE-4232-907B-75F897811DE8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74127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7" name="Marcador de fech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E0ECBA-A511-48CE-B26D-B1E0E092E386}" type="datetimeFigureOut">
              <a:rPr lang="es-ES" smtClean="0"/>
              <a:t>06/05/2026</a:t>
            </a:fld>
            <a:endParaRPr lang="es-ES"/>
          </a:p>
        </p:txBody>
      </p:sp>
      <p:sp>
        <p:nvSpPr>
          <p:cNvPr id="8" name="Marcador de pie de pá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Marcador de número de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BB4A53-54EE-4232-907B-75F897811DE8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8936389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Marcador de fech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E0ECBA-A511-48CE-B26D-B1E0E092E386}" type="datetimeFigureOut">
              <a:rPr lang="es-ES" smtClean="0"/>
              <a:t>06/05/2026</a:t>
            </a:fld>
            <a:endParaRPr lang="es-ES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BB4A53-54EE-4232-907B-75F897811DE8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4717467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E0ECBA-A511-48CE-B26D-B1E0E092E386}" type="datetimeFigureOut">
              <a:rPr lang="es-ES" smtClean="0"/>
              <a:t>06/05/2026</a:t>
            </a:fld>
            <a:endParaRPr lang="es-ES"/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BB4A53-54EE-4232-907B-75F897811DE8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5536370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E0ECBA-A511-48CE-B26D-B1E0E092E386}" type="datetimeFigureOut">
              <a:rPr lang="es-ES" smtClean="0"/>
              <a:t>06/05/2026</a:t>
            </a:fld>
            <a:endParaRPr lang="es-E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BB4A53-54EE-4232-907B-75F897811DE8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6140958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Marcador de posición de imagen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E0ECBA-A511-48CE-B26D-B1E0E092E386}" type="datetimeFigureOut">
              <a:rPr lang="es-ES" smtClean="0"/>
              <a:t>06/05/2026</a:t>
            </a:fld>
            <a:endParaRPr lang="es-E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BB4A53-54EE-4232-907B-75F897811DE8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0764095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E0ECBA-A511-48CE-B26D-B1E0E092E386}" type="datetimeFigureOut">
              <a:rPr lang="es-ES" smtClean="0"/>
              <a:t>06/05/2026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BB4A53-54EE-4232-907B-75F897811DE8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5707142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E0ECBA-A511-48CE-B26D-B1E0E092E386}" type="datetimeFigureOut">
              <a:rPr lang="es-ES" smtClean="0"/>
              <a:t>06/05/2026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BB4A53-54EE-4232-907B-75F897811DE8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94801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BE0ECBA-A511-48CE-B26D-B1E0E092E386}" type="datetimeFigureOut">
              <a:rPr lang="es-ES" smtClean="0"/>
              <a:t>06/05/2026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0BB4A53-54EE-4232-907B-75F897811DE8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165422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ángulo 4"/>
          <p:cNvSpPr/>
          <p:nvPr/>
        </p:nvSpPr>
        <p:spPr>
          <a:xfrm>
            <a:off x="4543864" y="274323"/>
            <a:ext cx="3151164" cy="506437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DIRECTOR REGIONAL DE SALUD </a:t>
            </a:r>
            <a:endParaRPr lang="es-ES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6" name="Rectángulo 5"/>
          <p:cNvSpPr/>
          <p:nvPr/>
        </p:nvSpPr>
        <p:spPr>
          <a:xfrm>
            <a:off x="1237951" y="2996421"/>
            <a:ext cx="2665830" cy="506437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DEPARTAMENTO DE INFORMATICA (SISTEMAS)</a:t>
            </a:r>
            <a:endParaRPr lang="es-ES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7" name="Rectángulo 6"/>
          <p:cNvSpPr/>
          <p:nvPr/>
        </p:nvSpPr>
        <p:spPr>
          <a:xfrm>
            <a:off x="4754880" y="2996421"/>
            <a:ext cx="2729132" cy="506437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OFICINA DE CONTROLES Y AUDITORIA</a:t>
            </a:r>
            <a:endParaRPr lang="es-ES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8" name="Rectángulo 7"/>
          <p:cNvSpPr/>
          <p:nvPr/>
        </p:nvSpPr>
        <p:spPr>
          <a:xfrm>
            <a:off x="8335111" y="2996421"/>
            <a:ext cx="2665830" cy="506437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DIVISION DE RECURSOS HUMANOS</a:t>
            </a:r>
            <a:endParaRPr lang="es-ES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9" name="Rectángulo 8"/>
          <p:cNvSpPr/>
          <p:nvPr/>
        </p:nvSpPr>
        <p:spPr>
          <a:xfrm>
            <a:off x="4628269" y="2089057"/>
            <a:ext cx="2982351" cy="506437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DIRECCION ESTRATEGICA Y ADMINISTRACION GENERAL</a:t>
            </a:r>
            <a:endParaRPr lang="es-ES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0" name="Rectángulo 9"/>
          <p:cNvSpPr/>
          <p:nvPr/>
        </p:nvSpPr>
        <p:spPr>
          <a:xfrm>
            <a:off x="1237951" y="1181690"/>
            <a:ext cx="2665830" cy="506437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OFICINA DEL PLANIFICACION</a:t>
            </a:r>
            <a:endParaRPr lang="es-ES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1" name="Rectángulo 10"/>
          <p:cNvSpPr/>
          <p:nvPr/>
        </p:nvSpPr>
        <p:spPr>
          <a:xfrm>
            <a:off x="5029199" y="1181690"/>
            <a:ext cx="2180494" cy="506437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ASESORIA JURIDICA</a:t>
            </a:r>
            <a:endParaRPr lang="es-ES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2" name="Rectángulo 11"/>
          <p:cNvSpPr/>
          <p:nvPr/>
        </p:nvSpPr>
        <p:spPr>
          <a:xfrm>
            <a:off x="8335111" y="1181690"/>
            <a:ext cx="2665830" cy="506437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ATENCION AL CIUDADANO</a:t>
            </a:r>
            <a:endParaRPr lang="es-ES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3" name="Rectángulo 12"/>
          <p:cNvSpPr/>
          <p:nvPr/>
        </p:nvSpPr>
        <p:spPr>
          <a:xfrm>
            <a:off x="1252018" y="6133514"/>
            <a:ext cx="2665830" cy="506437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DEPTO. DE ARCHIVO E IMPRESIÓN</a:t>
            </a:r>
            <a:endParaRPr lang="es-ES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4" name="Rectángulo 13"/>
          <p:cNvSpPr/>
          <p:nvPr/>
        </p:nvSpPr>
        <p:spPr>
          <a:xfrm>
            <a:off x="4842802" y="6133516"/>
            <a:ext cx="2581423" cy="506437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UNIDADES MEDICAS</a:t>
            </a:r>
            <a:endParaRPr lang="es-ES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5" name="Rectángulo 14"/>
          <p:cNvSpPr/>
          <p:nvPr/>
        </p:nvSpPr>
        <p:spPr>
          <a:xfrm>
            <a:off x="8335111" y="6133513"/>
            <a:ext cx="2665830" cy="506437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DEPTO. DE LOGÍSTICA</a:t>
            </a:r>
            <a:endParaRPr lang="es-ES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6" name="Rectángulo 15"/>
          <p:cNvSpPr/>
          <p:nvPr/>
        </p:nvSpPr>
        <p:spPr>
          <a:xfrm>
            <a:off x="1237950" y="5092504"/>
            <a:ext cx="2665830" cy="506437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RED DE SALUD HOSPITALARIA</a:t>
            </a:r>
            <a:endParaRPr lang="es-ES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7" name="Rectángulo 16"/>
          <p:cNvSpPr/>
          <p:nvPr/>
        </p:nvSpPr>
        <p:spPr>
          <a:xfrm>
            <a:off x="4842802" y="5106572"/>
            <a:ext cx="2581423" cy="506437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RED DE SALUD AMBULATORIA</a:t>
            </a:r>
            <a:endParaRPr lang="es-ES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8" name="Rectángulo 17"/>
          <p:cNvSpPr/>
          <p:nvPr/>
        </p:nvSpPr>
        <p:spPr>
          <a:xfrm>
            <a:off x="8335111" y="5092504"/>
            <a:ext cx="2665830" cy="506437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OFICINA DE PROGRAMAS DE SALUD</a:t>
            </a:r>
            <a:endParaRPr lang="es-ES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9" name="Rectángulo 18"/>
          <p:cNvSpPr/>
          <p:nvPr/>
        </p:nvSpPr>
        <p:spPr>
          <a:xfrm>
            <a:off x="4628270" y="4044476"/>
            <a:ext cx="2996418" cy="506437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DIRECCIÓN DE REDES DE SERVICIOS DE SALUD</a:t>
            </a:r>
            <a:endParaRPr lang="es-ES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cxnSp>
        <p:nvCxnSpPr>
          <p:cNvPr id="33" name="Conector recto 32"/>
          <p:cNvCxnSpPr>
            <a:stCxn id="5" idx="2"/>
            <a:endCxn id="11" idx="0"/>
          </p:cNvCxnSpPr>
          <p:nvPr/>
        </p:nvCxnSpPr>
        <p:spPr>
          <a:xfrm>
            <a:off x="6119446" y="780760"/>
            <a:ext cx="0" cy="400930"/>
          </a:xfrm>
          <a:prstGeom prst="line">
            <a:avLst/>
          </a:prstGeom>
          <a:ln w="381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Conector angular 38"/>
          <p:cNvCxnSpPr>
            <a:stCxn id="5" idx="2"/>
            <a:endCxn id="10" idx="0"/>
          </p:cNvCxnSpPr>
          <p:nvPr/>
        </p:nvCxnSpPr>
        <p:spPr>
          <a:xfrm rot="5400000">
            <a:off x="4144691" y="-793065"/>
            <a:ext cx="400930" cy="3548580"/>
          </a:xfrm>
          <a:prstGeom prst="bentConnector3">
            <a:avLst/>
          </a:prstGeom>
          <a:ln w="381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Conector angular 40"/>
          <p:cNvCxnSpPr>
            <a:stCxn id="5" idx="2"/>
            <a:endCxn id="12" idx="0"/>
          </p:cNvCxnSpPr>
          <p:nvPr/>
        </p:nvCxnSpPr>
        <p:spPr>
          <a:xfrm rot="16200000" flipH="1">
            <a:off x="7693271" y="-793065"/>
            <a:ext cx="400930" cy="3548580"/>
          </a:xfrm>
          <a:prstGeom prst="bentConnector3">
            <a:avLst/>
          </a:prstGeom>
          <a:ln w="381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Conector recto 42"/>
          <p:cNvCxnSpPr>
            <a:stCxn id="11" idx="2"/>
            <a:endCxn id="9" idx="0"/>
          </p:cNvCxnSpPr>
          <p:nvPr/>
        </p:nvCxnSpPr>
        <p:spPr>
          <a:xfrm flipH="1">
            <a:off x="6119445" y="1688127"/>
            <a:ext cx="1" cy="400930"/>
          </a:xfrm>
          <a:prstGeom prst="line">
            <a:avLst/>
          </a:prstGeom>
          <a:ln w="381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Conector recto 44"/>
          <p:cNvCxnSpPr>
            <a:stCxn id="9" idx="2"/>
            <a:endCxn id="7" idx="0"/>
          </p:cNvCxnSpPr>
          <p:nvPr/>
        </p:nvCxnSpPr>
        <p:spPr>
          <a:xfrm>
            <a:off x="6119445" y="2595494"/>
            <a:ext cx="1" cy="400927"/>
          </a:xfrm>
          <a:prstGeom prst="line">
            <a:avLst/>
          </a:prstGeom>
          <a:ln w="381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Conector recto 46"/>
          <p:cNvCxnSpPr>
            <a:stCxn id="7" idx="2"/>
            <a:endCxn id="19" idx="0"/>
          </p:cNvCxnSpPr>
          <p:nvPr/>
        </p:nvCxnSpPr>
        <p:spPr>
          <a:xfrm>
            <a:off x="6119446" y="3502858"/>
            <a:ext cx="7033" cy="541618"/>
          </a:xfrm>
          <a:prstGeom prst="line">
            <a:avLst/>
          </a:prstGeom>
          <a:ln w="381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Conector recto 48"/>
          <p:cNvCxnSpPr>
            <a:stCxn id="19" idx="2"/>
            <a:endCxn id="17" idx="0"/>
          </p:cNvCxnSpPr>
          <p:nvPr/>
        </p:nvCxnSpPr>
        <p:spPr>
          <a:xfrm>
            <a:off x="6126479" y="4550913"/>
            <a:ext cx="7035" cy="555659"/>
          </a:xfrm>
          <a:prstGeom prst="line">
            <a:avLst/>
          </a:prstGeom>
          <a:ln w="381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Conector recto 50"/>
          <p:cNvCxnSpPr>
            <a:stCxn id="17" idx="2"/>
            <a:endCxn id="14" idx="0"/>
          </p:cNvCxnSpPr>
          <p:nvPr/>
        </p:nvCxnSpPr>
        <p:spPr>
          <a:xfrm>
            <a:off x="6133514" y="5613009"/>
            <a:ext cx="0" cy="520507"/>
          </a:xfrm>
          <a:prstGeom prst="line">
            <a:avLst/>
          </a:prstGeom>
          <a:ln w="381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Conector angular 55"/>
          <p:cNvCxnSpPr>
            <a:stCxn id="10" idx="2"/>
            <a:endCxn id="9" idx="0"/>
          </p:cNvCxnSpPr>
          <p:nvPr/>
        </p:nvCxnSpPr>
        <p:spPr>
          <a:xfrm rot="16200000" flipH="1">
            <a:off x="4144690" y="114302"/>
            <a:ext cx="400930" cy="3548579"/>
          </a:xfrm>
          <a:prstGeom prst="bentConnector3">
            <a:avLst/>
          </a:prstGeom>
          <a:ln w="381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Conector angular 57"/>
          <p:cNvCxnSpPr>
            <a:stCxn id="12" idx="2"/>
            <a:endCxn id="9" idx="0"/>
          </p:cNvCxnSpPr>
          <p:nvPr/>
        </p:nvCxnSpPr>
        <p:spPr>
          <a:xfrm rot="5400000">
            <a:off x="7693271" y="114302"/>
            <a:ext cx="400930" cy="3548581"/>
          </a:xfrm>
          <a:prstGeom prst="bentConnector3">
            <a:avLst>
              <a:gd name="adj1" fmla="val 50000"/>
            </a:avLst>
          </a:prstGeom>
          <a:ln w="381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Conector angular 60"/>
          <p:cNvCxnSpPr>
            <a:stCxn id="9" idx="2"/>
            <a:endCxn id="6" idx="0"/>
          </p:cNvCxnSpPr>
          <p:nvPr/>
        </p:nvCxnSpPr>
        <p:spPr>
          <a:xfrm rot="5400000">
            <a:off x="4144693" y="1021668"/>
            <a:ext cx="400927" cy="3548579"/>
          </a:xfrm>
          <a:prstGeom prst="bentConnector3">
            <a:avLst/>
          </a:prstGeom>
          <a:ln w="381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Conector angular 62"/>
          <p:cNvCxnSpPr>
            <a:stCxn id="9" idx="2"/>
            <a:endCxn id="8" idx="0"/>
          </p:cNvCxnSpPr>
          <p:nvPr/>
        </p:nvCxnSpPr>
        <p:spPr>
          <a:xfrm rot="16200000" flipH="1">
            <a:off x="7693272" y="1021666"/>
            <a:ext cx="400927" cy="3548581"/>
          </a:xfrm>
          <a:prstGeom prst="bentConnector3">
            <a:avLst/>
          </a:prstGeom>
          <a:ln w="381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Conector angular 64"/>
          <p:cNvCxnSpPr>
            <a:stCxn id="6" idx="2"/>
            <a:endCxn id="19" idx="0"/>
          </p:cNvCxnSpPr>
          <p:nvPr/>
        </p:nvCxnSpPr>
        <p:spPr>
          <a:xfrm rot="16200000" flipH="1">
            <a:off x="4077863" y="1995860"/>
            <a:ext cx="541618" cy="3555613"/>
          </a:xfrm>
          <a:prstGeom prst="bentConnector3">
            <a:avLst/>
          </a:prstGeom>
          <a:ln w="381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Conector angular 66"/>
          <p:cNvCxnSpPr>
            <a:stCxn id="8" idx="2"/>
            <a:endCxn id="19" idx="0"/>
          </p:cNvCxnSpPr>
          <p:nvPr/>
        </p:nvCxnSpPr>
        <p:spPr>
          <a:xfrm rot="5400000">
            <a:off x="7626444" y="2002894"/>
            <a:ext cx="541618" cy="3541547"/>
          </a:xfrm>
          <a:prstGeom prst="bentConnector3">
            <a:avLst/>
          </a:prstGeom>
          <a:ln w="381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Conector angular 68"/>
          <p:cNvCxnSpPr>
            <a:stCxn id="19" idx="2"/>
            <a:endCxn id="16" idx="0"/>
          </p:cNvCxnSpPr>
          <p:nvPr/>
        </p:nvCxnSpPr>
        <p:spPr>
          <a:xfrm rot="5400000">
            <a:off x="4077877" y="3043901"/>
            <a:ext cx="541591" cy="3555614"/>
          </a:xfrm>
          <a:prstGeom prst="bentConnector3">
            <a:avLst/>
          </a:prstGeom>
          <a:ln w="381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Conector angular 70"/>
          <p:cNvCxnSpPr>
            <a:stCxn id="19" idx="2"/>
            <a:endCxn id="18" idx="0"/>
          </p:cNvCxnSpPr>
          <p:nvPr/>
        </p:nvCxnSpPr>
        <p:spPr>
          <a:xfrm rot="16200000" flipH="1">
            <a:off x="7626457" y="3050934"/>
            <a:ext cx="541591" cy="3541547"/>
          </a:xfrm>
          <a:prstGeom prst="bentConnector3">
            <a:avLst/>
          </a:prstGeom>
          <a:ln w="381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Conector recto 72"/>
          <p:cNvCxnSpPr>
            <a:stCxn id="16" idx="2"/>
            <a:endCxn id="13" idx="0"/>
          </p:cNvCxnSpPr>
          <p:nvPr/>
        </p:nvCxnSpPr>
        <p:spPr>
          <a:xfrm>
            <a:off x="2570865" y="5598941"/>
            <a:ext cx="14068" cy="534573"/>
          </a:xfrm>
          <a:prstGeom prst="line">
            <a:avLst/>
          </a:prstGeom>
          <a:ln w="381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Conector recto 74"/>
          <p:cNvCxnSpPr>
            <a:stCxn id="18" idx="2"/>
            <a:endCxn id="15" idx="0"/>
          </p:cNvCxnSpPr>
          <p:nvPr/>
        </p:nvCxnSpPr>
        <p:spPr>
          <a:xfrm>
            <a:off x="9668026" y="5598941"/>
            <a:ext cx="0" cy="534572"/>
          </a:xfrm>
          <a:prstGeom prst="line">
            <a:avLst/>
          </a:prstGeom>
          <a:ln w="381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85981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51</TotalTime>
  <Words>64</Words>
  <Application>Microsoft Office PowerPoint</Application>
  <PresentationFormat>Panorámica</PresentationFormat>
  <Paragraphs>15</Paragraphs>
  <Slides>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Tema de Office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Amakusa</dc:creator>
  <cp:lastModifiedBy>Amakusa</cp:lastModifiedBy>
  <cp:revision>13</cp:revision>
  <dcterms:created xsi:type="dcterms:W3CDTF">2026-05-06T21:18:15Z</dcterms:created>
  <dcterms:modified xsi:type="dcterms:W3CDTF">2026-05-06T22:09:41Z</dcterms:modified>
</cp:coreProperties>
</file>